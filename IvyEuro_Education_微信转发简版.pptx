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731520"/>
            <a:ext cx="2468880" cy="438912"/>
          </a:xfrm>
          <a:prstGeom prst="roundRect">
            <a:avLst/>
          </a:prstGeom>
          <a:solidFill>
            <a:srgbClr val="1B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804672"/>
            <a:ext cx="2468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微信转发简版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722376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IvyEuro Education
网站改造简报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880360"/>
            <a:ext cx="6858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CCD6E0"/>
                </a:solidFill>
                <a:latin typeface="Microsoft YaHei"/>
              </a:rPr>
              <a:t>从老站内容迁移到新官网，重点解决页面结构、咨询入口和内容更新问题。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01000" y="1097280"/>
            <a:ext cx="347472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01000" y="1097280"/>
            <a:ext cx="109728" cy="1188720"/>
          </a:xfrm>
          <a:prstGeom prst="rect">
            <a:avLst/>
          </a:prstGeom>
          <a:solidFill>
            <a:srgbClr val="22A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02168" y="1234439"/>
            <a:ext cx="3154679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102033"/>
                </a:solidFill>
                <a:latin typeface="Microsoft YaHei"/>
              </a:rPr>
              <a:t>项目状态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02168" y="1572768"/>
            <a:ext cx="3154679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5A6B7F"/>
                </a:solidFill>
                <a:latin typeface="Microsoft YaHei"/>
              </a:rPr>
              <a:t>已完成首页、多页面、新闻详情、联系通道和移动端适配。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01000" y="2514600"/>
            <a:ext cx="347472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1000" y="2514600"/>
            <a:ext cx="109728" cy="1188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2168" y="2651760"/>
            <a:ext cx="3154679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102033"/>
                </a:solidFill>
                <a:latin typeface="Microsoft YaHei"/>
              </a:rPr>
              <a:t>转发用途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02168" y="2990088"/>
            <a:ext cx="3154679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5A6B7F"/>
                </a:solidFill>
                <a:latin typeface="Microsoft YaHei"/>
              </a:rPr>
              <a:t>适合微信里快速给客户、老板或家长看概览。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3931920"/>
            <a:ext cx="347472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01000" y="3931920"/>
            <a:ext cx="109728" cy="1188720"/>
          </a:xfrm>
          <a:prstGeom prst="rect">
            <a:avLst/>
          </a:prstGeom>
          <a:solidFill>
            <a:srgbClr val="1B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2168" y="4069080"/>
            <a:ext cx="3154679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102033"/>
                </a:solidFill>
                <a:latin typeface="Microsoft YaHei"/>
              </a:rPr>
              <a:t>最新信息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02168" y="4407408"/>
            <a:ext cx="3154679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5A6B7F"/>
                </a:solidFill>
                <a:latin typeface="Microsoft YaHei"/>
              </a:rPr>
              <a:t>生成日期：2026-06-02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Microsoft YaHei"/>
              </a:rPr>
              <a:t>改造亮点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0584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102033"/>
                </a:solidFill>
                <a:latin typeface="Microsoft YaHei"/>
              </a:rPr>
              <a:t>用最少的文字说明这次改造做了什么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783080"/>
            <a:ext cx="35661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783080"/>
            <a:ext cx="109728" cy="1417320"/>
          </a:xfrm>
          <a:prstGeom prst="rect">
            <a:avLst/>
          </a:prstGeom>
          <a:solidFill>
            <a:srgbClr val="1B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920240"/>
            <a:ext cx="3246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102033"/>
                </a:solidFill>
                <a:latin typeface="Microsoft YaHei"/>
              </a:rPr>
              <a:t>1. 页面结构更清晰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258568"/>
            <a:ext cx="3246120" cy="8869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5A6B7F"/>
                </a:solidFill>
                <a:latin typeface="Microsoft YaHei"/>
              </a:rPr>
              <a:t>首页 + 服务项目 + 关于我们 + 老师简介 + 课程表 + 家长好评 + 新闻动态 + 联系我们。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15968" y="1783080"/>
            <a:ext cx="35661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15968" y="1783080"/>
            <a:ext cx="109728" cy="1417320"/>
          </a:xfrm>
          <a:prstGeom prst="rect">
            <a:avLst/>
          </a:prstGeom>
          <a:solidFill>
            <a:srgbClr val="22A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17136" y="1920240"/>
            <a:ext cx="3246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102033"/>
                </a:solidFill>
                <a:latin typeface="Microsoft YaHei"/>
              </a:rPr>
              <a:t>2. 咨询入口更明确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17136" y="2258568"/>
            <a:ext cx="3246120" cy="8869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5A6B7F"/>
                </a:solidFill>
                <a:latin typeface="Microsoft YaHei"/>
              </a:rPr>
              <a:t>微信昵称、微信号、WhatsApp、二维码和表单都统一到联系区。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37575" y="1783080"/>
            <a:ext cx="35661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37575" y="1783080"/>
            <a:ext cx="109728" cy="14173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38744" y="1920240"/>
            <a:ext cx="3246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102033"/>
                </a:solidFill>
                <a:latin typeface="Microsoft YaHei"/>
              </a:rPr>
              <a:t>3. 临时内容可自动隐藏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38744" y="2258568"/>
            <a:ext cx="3246120" cy="8869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5A6B7F"/>
                </a:solidFill>
                <a:latin typeface="Microsoft YaHei"/>
              </a:rPr>
              <a:t>暑期班只保留季节公告，不会长期压在首页。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3520440"/>
            <a:ext cx="35661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4360" y="3520440"/>
            <a:ext cx="109728" cy="1417320"/>
          </a:xfrm>
          <a:prstGeom prst="rect">
            <a:avLst/>
          </a:prstGeom>
          <a:solidFill>
            <a:srgbClr val="1B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5528" y="3657600"/>
            <a:ext cx="3246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102033"/>
                </a:solidFill>
                <a:latin typeface="Microsoft YaHei"/>
              </a:rPr>
              <a:t>4. 新闻页更像正式栏目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8" y="3995928"/>
            <a:ext cx="3246120" cy="8869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5A6B7F"/>
                </a:solidFill>
                <a:latin typeface="Microsoft YaHei"/>
              </a:rPr>
              <a:t>列表 + 详情页，方便后续持续发布通知和文章。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15968" y="3520440"/>
            <a:ext cx="35661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15968" y="3520440"/>
            <a:ext cx="109728" cy="1417320"/>
          </a:xfrm>
          <a:prstGeom prst="rect">
            <a:avLst/>
          </a:prstGeom>
          <a:solidFill>
            <a:srgbClr val="22A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17136" y="3657600"/>
            <a:ext cx="3246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102033"/>
                </a:solidFill>
                <a:latin typeface="Microsoft YaHei"/>
              </a:rPr>
              <a:t>5. 移动端能正常浏览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17136" y="3995928"/>
            <a:ext cx="3246120" cy="8869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5A6B7F"/>
                </a:solidFill>
                <a:latin typeface="Microsoft YaHei"/>
              </a:rPr>
              <a:t>导航、按钮、联系页都做了响应式适配。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37575" y="3520440"/>
            <a:ext cx="35661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37575" y="3520440"/>
            <a:ext cx="109728" cy="14173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38744" y="3657600"/>
            <a:ext cx="3246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102033"/>
                </a:solidFill>
                <a:latin typeface="Microsoft YaHei"/>
              </a:rPr>
              <a:t>6. 视觉更像机构官网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38744" y="3995928"/>
            <a:ext cx="3246120" cy="8869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5A6B7F"/>
                </a:solidFill>
                <a:latin typeface="Microsoft YaHei"/>
              </a:rPr>
              <a:t>学校场景图、课程块和配色统一，正式感更强。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Microsoft YaHei"/>
              </a:rPr>
              <a:t>内容取舍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05840"/>
            <a:ext cx="10607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102033"/>
                </a:solidFill>
                <a:latin typeface="Microsoft YaHei"/>
              </a:rPr>
              <a:t>哪些保留，哪些替换，哪些要补强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783080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783080"/>
            <a:ext cx="109728" cy="1417320"/>
          </a:xfrm>
          <a:prstGeom prst="rect">
            <a:avLst/>
          </a:prstGeom>
          <a:solidFill>
            <a:srgbClr val="22A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920240"/>
            <a:ext cx="3108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102033"/>
                </a:solidFill>
                <a:latin typeface="Microsoft YaHei"/>
              </a:rPr>
              <a:t>保留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258568"/>
            <a:ext cx="3108960" cy="8869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5A6B7F"/>
                </a:solidFill>
                <a:latin typeface="Microsoft YaHei"/>
              </a:rPr>
              <a:t>机构名、地址、电话、营业时间、课程大类、微信 / WhatsApp。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783080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783080"/>
            <a:ext cx="109728" cy="14173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0288" y="1920240"/>
            <a:ext cx="3108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102033"/>
                </a:solidFill>
                <a:latin typeface="Microsoft YaHei"/>
              </a:rPr>
              <a:t>替换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2258568"/>
            <a:ext cx="3108960" cy="8869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5A6B7F"/>
                </a:solidFill>
                <a:latin typeface="Microsoft YaHei"/>
              </a:rPr>
              <a:t>老师占位卡、家长好评模板句、新闻/文章草稿标题。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79" y="1783080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83879" y="1783080"/>
            <a:ext cx="109728" cy="1417320"/>
          </a:xfrm>
          <a:prstGeom prst="rect">
            <a:avLst/>
          </a:prstGeom>
          <a:solidFill>
            <a:srgbClr val="1B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85048" y="1920240"/>
            <a:ext cx="3108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102033"/>
                </a:solidFill>
                <a:latin typeface="Microsoft YaHei"/>
              </a:rPr>
              <a:t>补强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5048" y="2258568"/>
            <a:ext cx="3108960" cy="8869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5A6B7F"/>
                </a:solidFill>
                <a:latin typeface="Microsoft YaHei"/>
              </a:rPr>
              <a:t>真实老师资料、真实评价、真实新闻、真实学习成果。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828800" y="3749039"/>
            <a:ext cx="34747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828800" y="3749039"/>
            <a:ext cx="109728" cy="11430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029968" y="3886200"/>
            <a:ext cx="3154679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102033"/>
                </a:solidFill>
                <a:latin typeface="Microsoft YaHei"/>
              </a:rPr>
              <a:t>要删除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29968" y="4224527"/>
            <a:ext cx="3154679" cy="6126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5A6B7F"/>
                </a:solidFill>
                <a:latin typeface="Microsoft YaHei"/>
              </a:rPr>
              <a:t>过期的暑期首页大块展示。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75120" y="3749039"/>
            <a:ext cx="34747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675120" y="3749039"/>
            <a:ext cx="109728" cy="1143000"/>
          </a:xfrm>
          <a:prstGeom prst="rect">
            <a:avLst/>
          </a:prstGeom>
          <a:solidFill>
            <a:srgbClr val="22A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76288" y="3886200"/>
            <a:ext cx="3154679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102033"/>
                </a:solidFill>
                <a:latin typeface="Microsoft YaHei"/>
              </a:rPr>
              <a:t>要季节化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76288" y="4224527"/>
            <a:ext cx="3154679" cy="6126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5A6B7F"/>
                </a:solidFill>
                <a:latin typeface="Microsoft YaHei"/>
              </a:rPr>
              <a:t>暑期课程改成公告，到期自动隐藏。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2286000" y="3200400"/>
            <a:ext cx="0" cy="502920"/>
          </a:xfrm>
          <a:prstGeom prst="line">
            <a:avLst/>
          </a:prstGeom>
          <a:ln w="19050">
            <a:solidFill>
              <a:srgbClr val="EF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8412480" y="3200400"/>
            <a:ext cx="0" cy="502920"/>
          </a:xfrm>
          <a:prstGeom prst="line">
            <a:avLst/>
          </a:prstGeom>
          <a:ln w="19050">
            <a:solidFill>
              <a:srgbClr val="22A3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Microsoft YaHei"/>
              </a:rPr>
              <a:t>联系方式与下一步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05840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Microsoft YaHei"/>
              </a:rPr>
              <a:t>微信优先，WhatsApp 备用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783080"/>
            <a:ext cx="36576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783080"/>
            <a:ext cx="109728" cy="1097280"/>
          </a:xfrm>
          <a:prstGeom prst="rect">
            <a:avLst/>
          </a:prstGeom>
          <a:solidFill>
            <a:srgbClr val="22A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920240"/>
            <a:ext cx="3337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102033"/>
                </a:solidFill>
                <a:latin typeface="Microsoft YaHei"/>
              </a:rPr>
              <a:t>微信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258568"/>
            <a:ext cx="333756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5A6B7F"/>
                </a:solidFill>
                <a:latin typeface="Microsoft YaHei"/>
              </a:rPr>
              <a:t>昵称：IvyEuro学校刘老师
微信号：sophialiu0826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783080"/>
            <a:ext cx="36576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34840" y="1783080"/>
            <a:ext cx="109728" cy="1097280"/>
          </a:xfrm>
          <a:prstGeom prst="rect">
            <a:avLst/>
          </a:prstGeom>
          <a:solidFill>
            <a:srgbClr val="1B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36007" y="1920240"/>
            <a:ext cx="3337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102033"/>
                </a:solidFill>
                <a:latin typeface="Microsoft YaHei"/>
              </a:rPr>
              <a:t>WhatsApp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6007" y="2258568"/>
            <a:ext cx="333756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5A6B7F"/>
                </a:solidFill>
                <a:latin typeface="Microsoft YaHei"/>
              </a:rPr>
              <a:t>直接点击联系，适合海外家长。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20" y="1783080"/>
            <a:ext cx="324612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75320" y="1783080"/>
            <a:ext cx="109728" cy="10972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76488" y="1920240"/>
            <a:ext cx="2926079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102033"/>
                </a:solidFill>
                <a:latin typeface="Microsoft YaHei"/>
              </a:rPr>
              <a:t>二维码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76488" y="2258568"/>
            <a:ext cx="2926079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5A6B7F"/>
                </a:solidFill>
                <a:latin typeface="Microsoft YaHei"/>
              </a:rPr>
              <a:t>扫码后可继续咨询。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324612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Microsoft YaHei"/>
              </a:rPr>
              <a:t>下一步建议：补真实老师、家长反馈、新闻内容，然后就可以做最终上线前检查。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466344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CDD6E0"/>
                </a:solidFill>
                <a:latin typeface="Microsoft YaHei"/>
              </a:rPr>
              <a:t>IvyEuro Education · 微信转发简版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